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Python PowerPoint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Professional Presentations Without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Sales Performance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4899"/>
                </a:solidFill>
              </a:defRPr>
            </a:pPr>
            <a:r>
              <a:t>Growth Trends Over Time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B923C"/>
                </a:solidFill>
              </a:defRPr>
            </a:pPr>
            <a:r>
              <a:t>Market Share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0584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Python PowerPoint?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✓ No Node.js required - pure Python</a:t>
            </a:r>
          </a:p>
          <a:p>
            <a:pPr>
              <a:spcAft>
                <a:spcPts val="1200"/>
              </a:spcAft>
              <a:defRPr sz="1800"/>
            </a:pPr>
            <a:r>
              <a:t>• ✓ Beautiful gradients without Chromium</a:t>
            </a:r>
          </a:p>
          <a:p>
            <a:pPr>
              <a:spcAft>
                <a:spcPts val="1200"/>
              </a:spcAft>
              <a:defRPr sz="1800"/>
            </a:pPr>
            <a:r>
              <a:t>• ✓ Publication-quality charts (FIXED!)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✓ 50MB vs 300MB+ (Node.js)</a:t>
            </a:r>
          </a:p>
          <a:p>
            <a:pPr>
              <a:spcAft>
                <a:spcPts val="1200"/>
              </a:spcAft>
              <a:defRPr sz="1800"/>
            </a:pPr>
            <a:r>
              <a:t>• ✓ Native data science integration</a:t>
            </a:r>
          </a:p>
          <a:p>
            <a:pPr>
              <a:spcAft>
                <a:spcPts val="1200"/>
              </a:spcAft>
              <a:defRPr sz="1800"/>
            </a:pPr>
            <a:r>
              <a:t>• ✓ Cross-platform compatibility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"Simplicity is the ultimate sophistication"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— Leonardo da Vinci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