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Python PowerPoint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Professional Presentations Without Node.js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4F46E5"/>
                </a:solidFill>
              </a:defRPr>
            </a:pPr>
            <a: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C4899"/>
                </a:solidFill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HTML to PPTX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Convert HTML/CSS with full styling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3716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C4899"/>
                </a:solidFill>
              </a:defRPr>
            </a:pPr>
            <a:r>
              <a:t>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716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Beautiful Gradients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69164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Linear, radial, multi-color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C4899"/>
                </a:solidFill>
              </a:defRPr>
            </a:pPr>
            <a: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3716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Professional 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6 color schemes, 5 chart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C4899"/>
                </a:solidFill>
              </a:defRPr>
            </a:pPr>
            <a: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01752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Modern Templates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33756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Pre-built professional layouts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175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C4899"/>
                </a:solidFill>
              </a:defRPr>
            </a:pPr>
            <a:r>
              <a:t>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01752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Image 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3756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Icons, effects,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175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C4899"/>
                </a:solidFill>
              </a:defRPr>
            </a:pPr>
            <a:r>
              <a:t>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01752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Easy to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33756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Pure Python, simple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F46E5"/>
                </a:solidFill>
              </a:defRPr>
            </a:pPr>
            <a:r>
              <a:t>Sales Performance Analysis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C4899"/>
                </a:solidFill>
              </a:defRPr>
            </a:pPr>
            <a:r>
              <a:t>Growth Trends Over Time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B923C"/>
                </a:solidFill>
              </a:defRPr>
            </a:pPr>
            <a:r>
              <a:t>Market Share Distribution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91440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45720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Why Python PowerPoint?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886200" cy="35890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✓ No Node.js required - pure Python</a:t>
            </a:r>
          </a:p>
          <a:p>
            <a:pPr>
              <a:spcAft>
                <a:spcPts val="1200"/>
              </a:spcAft>
              <a:defRPr sz="1800"/>
            </a:pPr>
            <a:r>
              <a:t>• ✓ Beautiful gradients without Chromium</a:t>
            </a:r>
          </a:p>
          <a:p>
            <a:pPr>
              <a:spcAft>
                <a:spcPts val="1200"/>
              </a:spcAft>
              <a:defRPr sz="1800"/>
            </a:pPr>
            <a:r>
              <a:t>• ✓ Publication-quality charts</a:t>
            </a:r>
          </a:p>
          <a:p>
            <a:pPr>
              <a:spcAft>
                <a:spcPts val="1200"/>
              </a:spcAft>
              <a:defRPr sz="1800"/>
            </a:pPr>
            <a:r>
              <a:t>• ✓ 50MB vs 300MB+ (Node.js)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1097280"/>
            <a:ext cx="3886200" cy="35890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✓ Native data science integration</a:t>
            </a:r>
          </a:p>
          <a:p>
            <a:pPr>
              <a:spcAft>
                <a:spcPts val="1200"/>
              </a:spcAft>
              <a:defRPr sz="1800"/>
            </a:pPr>
            <a:r>
              <a:t>• ✓ Cross-platform compatibility</a:t>
            </a:r>
          </a:p>
          <a:p>
            <a:pPr>
              <a:spcAft>
                <a:spcPts val="1200"/>
              </a:spcAft>
              <a:defRPr sz="1800"/>
            </a:pPr>
            <a:r>
              <a:t>• ✓ Simple pip install deployment</a:t>
            </a:r>
          </a:p>
          <a:p>
            <a:pPr>
              <a:spcAft>
                <a:spcPts val="1200"/>
              </a:spcAft>
              <a:defRPr sz="1800"/>
            </a:pPr>
            <a:r>
              <a:t>• ✓ Well documented with examples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1828800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>
              <a:defRPr sz="3200" i="1">
                <a:solidFill>
                  <a:srgbClr val="FFFFFF"/>
                </a:solidFill>
              </a:defRPr>
            </a:pPr>
            <a:r>
              <a:t>"The best way to predict the future is to create it"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r">
              <a:defRPr sz="2400">
                <a:solidFill>
                  <a:srgbClr val="FFFFFF"/>
                </a:solidFill>
              </a:defRPr>
            </a:pPr>
            <a:r>
              <a:t>— Peter Drucker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Created with Python PowerPoint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