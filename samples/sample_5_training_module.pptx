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Effective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Essential Skills for Modern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You'll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Understand core leadership principles and styles</a:t>
            </a:r>
          </a:p>
          <a:p>
            <a:pPr>
              <a:spcAft>
                <a:spcPts val="1200"/>
              </a:spcAft>
              <a:defRPr sz="1800"/>
            </a:pPr>
            <a:r>
              <a:t>• Develop effective communication strategies</a:t>
            </a:r>
          </a:p>
          <a:p>
            <a:pPr>
              <a:spcAft>
                <a:spcPts val="1200"/>
              </a:spcAft>
              <a:defRPr sz="1800"/>
            </a:pPr>
            <a:r>
              <a:t>• Master the art of delegation and empowerment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Build high-performing, motivated teams</a:t>
            </a:r>
          </a:p>
          <a:p>
            <a:pPr>
              <a:spcAft>
                <a:spcPts val="1200"/>
              </a:spcAft>
              <a:defRPr sz="1800"/>
            </a:pPr>
            <a:r>
              <a:t>• Navigate difficult conversations with confidence</a:t>
            </a:r>
          </a:p>
          <a:p>
            <a:pPr>
              <a:spcAft>
                <a:spcPts val="1200"/>
              </a:spcAft>
              <a:defRPr sz="1800"/>
            </a:pPr>
            <a:r>
              <a:t>• Create a culture of 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B923C"/>
                </a:solidFill>
              </a:defRPr>
            </a:pPr>
            <a:r>
              <a:t>Five Leadership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Autocratic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Quick decisions, clear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Democratic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Team input, collaborative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Transformational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Inspire &amp; innovate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Transactional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Structure &amp; rewards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Servant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Team-first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Visionary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Future-focused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Essential Communication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Active Listening: Give full attention, ask clarifying questions</a:t>
            </a:r>
          </a:p>
          <a:p>
            <a:pPr>
              <a:spcAft>
                <a:spcPts val="1200"/>
              </a:spcAft>
              <a:defRPr sz="1800"/>
            </a:pPr>
            <a:r>
              <a:t>• Clear Messaging: Be concise, specific, and purposeful</a:t>
            </a:r>
          </a:p>
          <a:p>
            <a:pPr>
              <a:spcAft>
                <a:spcPts val="1200"/>
              </a:spcAft>
              <a:defRPr sz="1800"/>
            </a:pPr>
            <a:r>
              <a:t>• Empathy: Understand perspectives and emotions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Feedback: Provide constructive, timely input</a:t>
            </a:r>
          </a:p>
          <a:p>
            <a:pPr>
              <a:spcAft>
                <a:spcPts val="1200"/>
              </a:spcAft>
              <a:defRPr sz="1800"/>
            </a:pPr>
            <a:r>
              <a:t>• Non-Verbal: Master body language and tone</a:t>
            </a:r>
          </a:p>
          <a:p>
            <a:pPr>
              <a:spcAft>
                <a:spcPts val="1200"/>
              </a:spcAft>
              <a:defRPr sz="1800"/>
            </a:pPr>
            <a:r>
              <a:t>• Adaptability: Adjust style to audience and situation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B923C"/>
                </a:solidFill>
              </a:defRPr>
            </a:pPr>
            <a:r>
              <a:t>Impact of Leadership on Team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Your 30-Day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Week 1: Schedule 1-on-1s with each team member</a:t>
            </a:r>
          </a:p>
          <a:p>
            <a:pPr>
              <a:spcAft>
                <a:spcPts val="1200"/>
              </a:spcAft>
              <a:defRPr sz="1800"/>
            </a:pPr>
            <a:r>
              <a:t>• Week 2: Implement daily stand-ups or check-ins</a:t>
            </a:r>
          </a:p>
          <a:p>
            <a:pPr>
              <a:spcAft>
                <a:spcPts val="1200"/>
              </a:spcAft>
              <a:defRPr sz="1800"/>
            </a:pPr>
            <a:r>
              <a:t>• Week 3: Delegate one major project to develop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Week 4: Gather 360-degree feedback on your leadership</a:t>
            </a:r>
          </a:p>
          <a:p>
            <a:pPr>
              <a:spcAft>
                <a:spcPts val="1200"/>
              </a:spcAft>
              <a:defRPr sz="1800"/>
            </a:pPr>
            <a:r>
              <a:t>• Ongoing: Read one leadership book per month</a:t>
            </a:r>
          </a:p>
          <a:p>
            <a:pPr>
              <a:spcAft>
                <a:spcPts val="1200"/>
              </a:spcAft>
              <a:defRPr sz="1800"/>
            </a:pPr>
            <a:r>
              <a:t>• Ongoing: Find a mentor or join a leadership community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"Leadership is not about being in charge. It's about taking care of those in your charge"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Simon Sinek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