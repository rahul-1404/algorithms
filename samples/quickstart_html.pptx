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" y="1905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Quick Start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3175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  <a:latin typeface="Arial"/>
              </a:rPr>
              <a:t>Beautiful PowerPoint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16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54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Why Use Python for PowerPoint?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524000"/>
            <a:ext cx="7874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374151"/>
                </a:solidFill>
                <a:latin typeface="Arial"/>
              </a:rPr>
              <a:t>✓ Pure Python - no Node.js required</a:t>
            </a:r>
            <a:r>
              <a:t>
</a:t>
            </a:r>
            <a:r>
              <a:rPr sz="2000">
                <a:solidFill>
                  <a:srgbClr val="374151"/>
                </a:solidFill>
                <a:latin typeface="Arial"/>
              </a:rPr>
              <a:t>✓ Beautiful gradients and modern designs</a:t>
            </a:r>
            <a:r>
              <a:t>
</a:t>
            </a:r>
            <a:r>
              <a:rPr sz="2000">
                <a:solidFill>
                  <a:srgbClr val="374151"/>
                </a:solidFill>
                <a:latin typeface="Arial"/>
              </a:rPr>
              <a:t>✓ Professional charts with matplotlib</a:t>
            </a:r>
            <a:r>
              <a:t>
</a:t>
            </a:r>
            <a:r>
              <a:rPr sz="2000">
                <a:solidFill>
                  <a:srgbClr val="374151"/>
                </a:solidFill>
                <a:latin typeface="Arial"/>
              </a:rPr>
              <a:t>✓ Easy template system</a:t>
            </a:r>
            <a:r>
              <a:t>
</a:t>
            </a:r>
            <a:r>
              <a:rPr sz="2000">
                <a:solidFill>
                  <a:srgbClr val="374151"/>
                </a:solidFill>
                <a:latin typeface="Arial"/>
              </a:rPr>
              <a:t>✓ Works anywhere Python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