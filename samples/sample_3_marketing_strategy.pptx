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2025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Digital-First Growth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Current Market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Market Share: 18% (up from 12% last year)</a:t>
            </a:r>
          </a:p>
          <a:p>
            <a:pPr>
              <a:spcAft>
                <a:spcPts val="1200"/>
              </a:spcAft>
              <a:defRPr sz="1800"/>
            </a:pPr>
            <a:r>
              <a:t>• Brand Awareness: 67% in target demographic</a:t>
            </a:r>
          </a:p>
          <a:p>
            <a:pPr>
              <a:spcAft>
                <a:spcPts val="1200"/>
              </a:spcAft>
              <a:defRPr sz="1800"/>
            </a:pPr>
            <a:r>
              <a:t>• Digital Presence: 2.5M social media followers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Website Traffic: 500K monthly visitors</a:t>
            </a:r>
          </a:p>
          <a:p>
            <a:pPr>
              <a:spcAft>
                <a:spcPts val="1200"/>
              </a:spcAft>
              <a:defRPr sz="1800"/>
            </a:pPr>
            <a:r>
              <a:t>• Email List: 180K engaged subscribers</a:t>
            </a:r>
          </a:p>
          <a:p>
            <a:pPr>
              <a:spcAft>
                <a:spcPts val="1200"/>
              </a:spcAft>
              <a:defRPr sz="1800"/>
            </a:pPr>
            <a:r>
              <a:t>• Customer NPS Score: 68 (Industry: 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C55E"/>
                </a:solidFill>
              </a:defRPr>
            </a:pPr>
            <a:r>
              <a:t>Marketing Channel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2025 Strategic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Increase market share to 25% by Q4</a:t>
            </a:r>
          </a:p>
          <a:p>
            <a:pPr>
              <a:spcAft>
                <a:spcPts val="1200"/>
              </a:spcAft>
              <a:defRPr sz="1800"/>
            </a:pPr>
            <a:r>
              <a:t>• Grow digital audience to 5M followers</a:t>
            </a:r>
          </a:p>
          <a:p>
            <a:pPr>
              <a:spcAft>
                <a:spcPts val="1200"/>
              </a:spcAft>
              <a:defRPr sz="1800"/>
            </a:pPr>
            <a:r>
              <a:t>• Achieve 1M monthly website visitors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Launch in 3 new international markets</a:t>
            </a:r>
          </a:p>
          <a:p>
            <a:pPr>
              <a:spcAft>
                <a:spcPts val="1200"/>
              </a:spcAft>
              <a:defRPr sz="1800"/>
            </a:pPr>
            <a:r>
              <a:t>• Increase customer lifetime value by 40%</a:t>
            </a:r>
          </a:p>
          <a:p>
            <a:pPr>
              <a:spcAft>
                <a:spcPts val="1200"/>
              </a:spcAft>
              <a:defRPr sz="1800"/>
            </a:pPr>
            <a:r>
              <a:t>• Maintain NPS above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Marketing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Content Hub: Launch weekly video series and podcast</a:t>
            </a:r>
          </a:p>
          <a:p>
            <a:pPr>
              <a:spcAft>
                <a:spcPts val="1200"/>
              </a:spcAft>
              <a:defRPr sz="1800"/>
            </a:pPr>
            <a:r>
              <a:t>• Influencer Program: Partner with 50+ micro-influencers</a:t>
            </a:r>
          </a:p>
          <a:p>
            <a:pPr>
              <a:spcAft>
                <a:spcPts val="1200"/>
              </a:spcAft>
              <a:defRPr sz="1800"/>
            </a:pPr>
            <a:r>
              <a:t>• SEO Expansion: Target 200 new high-value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Marketing Automation: Implement AI-driven personalization</a:t>
            </a:r>
          </a:p>
          <a:p>
            <a:pPr>
              <a:spcAft>
                <a:spcPts val="1200"/>
              </a:spcAft>
              <a:defRPr sz="1800"/>
            </a:pPr>
            <a:r>
              <a:t>• Community Building: Create customer advocacy program</a:t>
            </a:r>
          </a:p>
          <a:p>
            <a:pPr>
              <a:spcAft>
                <a:spcPts val="1200"/>
              </a:spcAft>
              <a:defRPr sz="1800"/>
            </a:pPr>
            <a:r>
              <a:t>• Brand Refresh: Update visual identity and messaging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C55E"/>
                </a:solidFill>
              </a:defRPr>
            </a:pPr>
            <a:r>
              <a:t>Budget Allocation ($5M Total)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"Marketing is no longer about the stuff you make, but the stories you tell"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Seth Godin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