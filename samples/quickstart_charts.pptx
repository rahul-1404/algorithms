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Data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Charts Made Easy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Sales Performance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