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Template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Professional and Easy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Modern, professional designs</a:t>
            </a:r>
          </a:p>
          <a:p>
            <a:pPr>
              <a:spcAft>
                <a:spcPts val="1200"/>
              </a:spcAft>
              <a:defRPr sz="1800"/>
            </a:pPr>
            <a:r>
              <a:t>• Multiple layout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Consistent styling</a:t>
            </a:r>
          </a:p>
          <a:p>
            <a:pPr>
              <a:spcAft>
                <a:spcPts val="1200"/>
              </a:spcAft>
              <a:defRPr sz="1800"/>
            </a:pPr>
            <a:r>
              <a:t>• Easy to customize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"Simplicity is the ultimate sophistication"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Leonardo da Vinci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