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914400" y="1828800"/>
            <a:ext cx="7315200" cy="13716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AI &amp;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7315200" cy="73152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2600">
                <a:solidFill>
                  <a:srgbClr val="FFFFFF"/>
                </a:solidFill>
              </a:defRPr>
            </a:pPr>
            <a:r>
              <a:t>Technology Overview &amp; Implementation Guide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Understanding AI &amp; 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AI: Computer systems that mimic human intelligence</a:t>
            </a:r>
          </a:p>
          <a:p>
            <a:pPr>
              <a:spcAft>
                <a:spcPts val="1200"/>
              </a:spcAft>
              <a:defRPr sz="1800"/>
            </a:pPr>
            <a:r>
              <a:t>• ML: Algorithms that learn from data patterns</a:t>
            </a:r>
          </a:p>
          <a:p>
            <a:pPr>
              <a:spcAft>
                <a:spcPts val="1200"/>
              </a:spcAft>
              <a:defRPr sz="1800"/>
            </a:pPr>
            <a:r>
              <a:t>• Deep Learning: Neural networks with multiple layers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Natural Language Processing: Understanding human language</a:t>
            </a:r>
          </a:p>
          <a:p>
            <a:pPr>
              <a:spcAft>
                <a:spcPts val="1200"/>
              </a:spcAft>
              <a:defRPr sz="1800"/>
            </a:pPr>
            <a:r>
              <a:t>• Computer Vision: Analyzing and interpreting images</a:t>
            </a:r>
          </a:p>
          <a:p>
            <a:pPr>
              <a:spcAft>
                <a:spcPts val="1200"/>
              </a:spcAft>
              <a:defRPr sz="1800"/>
            </a:pPr>
            <a:r>
              <a:t>• Reinforcement Learning: Learning through trial and error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Real-World Applications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Healthcare: Disease diagnosis and drug discovery</a:t>
            </a:r>
          </a:p>
          <a:p>
            <a:pPr>
              <a:spcAft>
                <a:spcPts val="1200"/>
              </a:spcAft>
              <a:defRPr sz="1800"/>
            </a:pPr>
            <a:r>
              <a:t>• Finance: Fraud detection and algorithmic trading</a:t>
            </a:r>
          </a:p>
          <a:p>
            <a:pPr>
              <a:spcAft>
                <a:spcPts val="1200"/>
              </a:spcAft>
              <a:defRPr sz="1800"/>
            </a:pPr>
            <a:r>
              <a:t>• Retail: Personalized recommendations and inventory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Transportation: Autonomous vehicles and route optimization</a:t>
            </a:r>
          </a:p>
          <a:p>
            <a:pPr>
              <a:spcAft>
                <a:spcPts val="1200"/>
              </a:spcAft>
              <a:defRPr sz="1800"/>
            </a:pPr>
            <a:r>
              <a:t>• Manufacturing: Quality control and predictive maintenance</a:t>
            </a:r>
          </a:p>
          <a:p>
            <a:pPr>
              <a:spcAft>
                <a:spcPts val="1200"/>
              </a:spcAft>
              <a:defRPr sz="1800"/>
            </a:pPr>
            <a:r>
              <a:t>• Entertainment: Content creation and recommendation systems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8229600" cy="64008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6366F1"/>
                </a:solidFill>
              </a:defRPr>
            </a:pPr>
            <a:r>
              <a:t>Core 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600"/>
            </a:pPr>
            <a:r>
              <a:t>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3716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Python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69164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200"/>
            </a:pPr>
            <a:r>
              <a:t>Primary language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38328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600"/>
            </a:pPr>
            <a:r>
              <a:t>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931920" y="13716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TensorFlow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931920" y="169164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200"/>
            </a:pPr>
            <a:r>
              <a:t>Deep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71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600"/>
            </a:pPr>
            <a:r>
              <a:t>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137160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PyTorch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169164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200"/>
            </a:pPr>
            <a:r>
              <a:t>Research &amp; prod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017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600"/>
            </a:pPr>
            <a:r>
              <a:t>☁️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30175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AWS/Azure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337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200"/>
            </a:pPr>
            <a:r>
              <a:t>Cloud platform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3017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600"/>
            </a:pPr>
            <a:r>
              <a:t>🗄️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0175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PostgreSQL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931920" y="3337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200"/>
            </a:pPr>
            <a:r>
              <a:t>Data storage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01752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600"/>
            </a:pPr>
            <a:r>
              <a:t>📊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3017520"/>
            <a:ext cx="2194560" cy="36576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600" b="1"/>
            </a:pPr>
            <a:r>
              <a:t>Jupyter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0" y="3337560"/>
            <a:ext cx="219456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1200"/>
            </a:pPr>
            <a:r>
              <a:t>Development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6366F1"/>
                </a:solidFill>
              </a:defRPr>
            </a:pPr>
            <a:r>
              <a:t>Model Performance Improvements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005840"/>
            <a:ext cx="77724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lIns="457200"/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6-Month 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Month 1-2: Data collection and preprocessing</a:t>
            </a:r>
          </a:p>
          <a:p>
            <a:pPr>
              <a:spcAft>
                <a:spcPts val="1200"/>
              </a:spcAft>
              <a:defRPr sz="1800"/>
            </a:pPr>
            <a:r>
              <a:t>• Month 2-3: Model architecture design and testing</a:t>
            </a:r>
          </a:p>
          <a:p>
            <a:pPr>
              <a:spcAft>
                <a:spcPts val="1200"/>
              </a:spcAft>
              <a:defRPr sz="1800"/>
            </a:pPr>
            <a:r>
              <a:t>• Month 3-4: Training and hyperparameter tuning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00600" y="1097280"/>
            <a:ext cx="3886200" cy="35890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/>
            </a:pPr>
            <a:r>
              <a:t>• Month 4-5: Validation and performance optimization</a:t>
            </a:r>
          </a:p>
          <a:p>
            <a:pPr>
              <a:spcAft>
                <a:spcPts val="1200"/>
              </a:spcAft>
              <a:defRPr sz="1800"/>
            </a:pPr>
            <a:r>
              <a:t>• Month 5-6: Deployment and monitoring setup</a:t>
            </a:r>
          </a:p>
          <a:p>
            <a:pPr>
              <a:spcAft>
                <a:spcPts val="1200"/>
              </a:spcAft>
              <a:defRPr sz="1800"/>
            </a:pPr>
            <a:r>
              <a:t>• Month 6+: Continuous improvement and scaling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828800" y="1828800"/>
            <a:ext cx="5486400" cy="22860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ctr">
              <a:defRPr sz="3200" i="1">
                <a:solidFill>
                  <a:srgbClr val="FFFFFF"/>
                </a:solidFill>
              </a:defRPr>
            </a:pPr>
            <a:r>
              <a:t>"Artificial Intelligence is the new electricity"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4114800"/>
            <a:ext cx="5486400" cy="4572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/>
          <a:p>
            <a:pPr algn="r">
              <a:defRPr sz="2400">
                <a:solidFill>
                  <a:srgbClr val="FFFFFF"/>
                </a:solidFill>
              </a:defRPr>
            </a:pPr>
            <a:r>
              <a:t>— Andrew 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