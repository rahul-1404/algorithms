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77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"/>
              </a:rPr>
              <a:t>E-Commerce</a:t>
            </a:r>
            <a:r>
              <a:t>
</a:t>
            </a:r>
            <a:r>
              <a:rPr sz="6800" b="1">
                <a:solidFill>
                  <a:srgbClr val="FFFFFF"/>
                </a:solidFill>
                <a:latin typeface="Arial"/>
              </a:rP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683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Arial"/>
              </a:rPr>
              <a:t>Scaling from $1M to $10M in 12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44569"/>
                </a:solidFill>
                <a:latin typeface="Arial"/>
              </a:rPr>
              <a:t>Where We Are Today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1000"/>
            <a:ext cx="2286000" cy="165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$1.2M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Annual Revenue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(2024)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1651000"/>
            <a:ext cx="2286000" cy="165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15K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Monthly Active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Customers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1651000"/>
            <a:ext cx="2286000" cy="165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$78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Average Order</a:t>
            </a:r>
            <a:r>
              <a:t>
</a:t>
            </a:r>
            <a:r>
              <a:rPr sz="1600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683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Key Challenges: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683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• Limited traffic channels (85% from paid ads)</a:t>
            </a:r>
            <a:r>
              <a:t>
</a:t>
            </a:r>
            <a:r>
              <a:rPr sz="1500">
                <a:solidFill>
                  <a:srgbClr val="666666"/>
                </a:solidFill>
                <a:latin typeface="Arial"/>
              </a:rPr>
              <a:t>• Low conversion rate (1.8%)</a:t>
            </a:r>
            <a:r>
              <a:t>
</a:t>
            </a:r>
            <a:r>
              <a:rPr sz="1500">
                <a:solidFill>
                  <a:srgbClr val="666666"/>
                </a:solidFill>
                <a:latin typeface="Arial"/>
              </a:rPr>
              <a:t>• High cart abandonment (72%)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44569"/>
                </a:solidFill>
                <a:latin typeface="Arial"/>
              </a:rPr>
              <a:t>5-Pillar Growth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524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Arial"/>
              </a:rPr>
              <a:t>1. SEO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Reduce ad dependency through organic traffic channels and high-value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524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E5A6F"/>
                </a:solidFill>
                <a:latin typeface="Arial"/>
              </a:rPr>
              <a:t>2. Conversion Rate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A/B testing, UX improvements, and personalization to boost conversions to 3.5%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524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4569"/>
                </a:solidFill>
                <a:latin typeface="Arial"/>
              </a:rPr>
              <a:t>3. Email &amp; SMS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Recover abandoned carts and increase customer lifetime value through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1524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E5A6F"/>
                </a:solidFill>
                <a:latin typeface="Arial"/>
              </a:rPr>
              <a:t>4. Social 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Leverage Instagram Shopping, TikTok Shop, and influencer partnerships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1524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Arial"/>
              </a:rPr>
              <a:t>5. Customer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Loyalty program and subscription model to maximize repeat purchases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44569"/>
                </a:solidFill>
                <a:latin typeface="Arial"/>
              </a:rPr>
              <a:t>12-Month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Jan-Mar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Foundation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Launch CRO tests, set up email automation, begin SEO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Apr-Jun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Scale &amp; 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Launch social commerce, optimize top performers, expand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Jul-Sep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Retention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Launch loyalty program, introduce subscription tiers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6000" y="1651000"/>
            <a:ext cx="1016000" cy="635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Oct-Dec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Holiday Push &amp;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Maximize Q4 sales, analyze annual results, plan for Year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44569"/>
                </a:solidFill>
                <a:latin typeface="Arial"/>
              </a:rPr>
              <a:t>Revenue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Monthly Targets: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Arial"/>
              </a:rPr>
              <a:t>Month 3:</a:t>
            </a:r>
            <a:r>
              <a:rPr sz="1400">
                <a:solidFill>
                  <a:srgbClr val="666666"/>
                </a:solidFill>
                <a:latin typeface="Arial"/>
              </a:rPr>
              <a:t>Month 3:</a:t>
            </a:r>
            <a:r>
              <a:rPr sz="1400">
                <a:solidFill>
                  <a:srgbClr val="666666"/>
                </a:solidFill>
                <a:latin typeface="Arial"/>
              </a:rPr>
              <a:t>$150K/mo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5A6F"/>
                </a:solidFill>
                <a:latin typeface="Arial"/>
              </a:rPr>
              <a:t>Month 6:</a:t>
            </a:r>
            <a:r>
              <a:rPr sz="1400">
                <a:solidFill>
                  <a:srgbClr val="666666"/>
                </a:solidFill>
                <a:latin typeface="Arial"/>
              </a:rPr>
              <a:t>Month 6:</a:t>
            </a:r>
            <a:r>
              <a:rPr sz="1400">
                <a:solidFill>
                  <a:srgbClr val="666666"/>
                </a:solidFill>
                <a:latin typeface="Arial"/>
              </a:rPr>
              <a:t>$400K/mo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4569"/>
                </a:solidFill>
                <a:latin typeface="Arial"/>
              </a:rPr>
              <a:t>Month 9:</a:t>
            </a:r>
            <a:r>
              <a:rPr sz="1400">
                <a:solidFill>
                  <a:srgbClr val="666666"/>
                </a:solidFill>
                <a:latin typeface="Arial"/>
              </a:rPr>
              <a:t>Month 9:</a:t>
            </a:r>
            <a:r>
              <a:rPr sz="1400">
                <a:solidFill>
                  <a:srgbClr val="666666"/>
                </a:solidFill>
                <a:latin typeface="Arial"/>
              </a:rPr>
              <a:t>$650K/mo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6B"/>
                </a:solidFill>
                <a:latin typeface="Arial"/>
              </a:rPr>
              <a:t>Month 12:</a:t>
            </a:r>
            <a:r>
              <a:rPr sz="1400">
                <a:solidFill>
                  <a:srgbClr val="666666"/>
                </a:solidFill>
                <a:latin typeface="Arial"/>
              </a:rPr>
              <a:t>Month 12:</a:t>
            </a:r>
            <a:r>
              <a:rPr sz="1400">
                <a:solidFill>
                  <a:srgbClr val="666666"/>
                </a:solidFill>
                <a:latin typeface="Arial"/>
              </a:rPr>
              <a:t>$900K/mo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Year-End Goals: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651000"/>
            <a:ext cx="1270000" cy="127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$10M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Annual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26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</a:rPr>
              <a:t>3.5% 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+94%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6000" y="1651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</a:rPr>
              <a:t>50K Active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Arial"/>
              </a:rPr>
              <a:t>+233%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44569"/>
                </a:solidFill>
                <a:latin typeface="Arial"/>
              </a:rPr>
              <a:t>Investment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Arial"/>
              </a:rPr>
              <a:t>Marketing &amp; Advertising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Paid ads, influencer partnerships, content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E5A6F"/>
                </a:solidFill>
                <a:latin typeface="Arial"/>
              </a:rPr>
              <a:t>Technology &amp;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CRO platform, email/SMS tools, analytics, 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4569"/>
                </a:solidFill>
                <a:latin typeface="Arial"/>
              </a:rPr>
              <a:t>Team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Growth marketer, CRO specialist, content team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1000"/>
            <a:ext cx="1270000" cy="127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rial"/>
              </a:rPr>
              <a:t>Total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$3.8M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Arial"/>
              </a:rPr>
              <a:t>Expected ROI: 163% | Payback Period: 8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270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rial"/>
              </a:rPr>
              <a:t>Let's Accelerate</a:t>
            </a:r>
            <a:r>
              <a:t>
</a:t>
            </a:r>
            <a:r>
              <a:rPr sz="5800" b="1">
                <a:solidFill>
                  <a:srgbClr val="FFFFFF"/>
                </a:solidFill>
                <a:latin typeface="Arial"/>
              </a:rPr>
              <a:t>Your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Next Steps: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rial"/>
              </a:rPr>
              <a:t>1. Approve budget and roadmap</a:t>
            </a:r>
            <a:r>
              <a:t>
</a:t>
            </a:r>
            <a:r>
              <a:rPr sz="1800">
                <a:solidFill>
                  <a:srgbClr val="FFFFFF"/>
                </a:solidFill>
                <a:latin typeface="Arial"/>
              </a:rPr>
              <a:t>2. Hire key team members (Weeks 1-4)</a:t>
            </a:r>
            <a:r>
              <a:t>
</a:t>
            </a:r>
            <a:r>
              <a:rPr sz="1800">
                <a:solidFill>
                  <a:srgbClr val="FFFFFF"/>
                </a:solidFill>
                <a:latin typeface="Arial"/>
              </a:rPr>
              <a:t>3. Launch Q1 initiatives (Month 1)</a:t>
            </a:r>
            <a:r>
              <a:t>
</a:t>
            </a:r>
            <a:r>
              <a:rPr sz="1800">
                <a:solidFill>
                  <a:srgbClr val="FFFFFF"/>
                </a:solidFill>
                <a:latin typeface="Arial"/>
              </a:rPr>
              <a:t>4. Monthly progress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