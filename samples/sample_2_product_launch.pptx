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Introducing CloudSync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Next-Generation Cloud Storage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 We're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Data fragmentation across multiple platforms</a:t>
            </a:r>
          </a:p>
          <a:p>
            <a:pPr>
              <a:spcAft>
                <a:spcPts val="1200"/>
              </a:spcAft>
              <a:defRPr sz="1800"/>
            </a:pPr>
            <a:r>
              <a:t>• Security concerns with current solutions</a:t>
            </a:r>
          </a:p>
          <a:p>
            <a:pPr>
              <a:spcAft>
                <a:spcPts val="1200"/>
              </a:spcAft>
              <a:defRPr sz="1800"/>
            </a:pPr>
            <a:r>
              <a:t>• Slow sync speeds affecting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Limited collaboration features</a:t>
            </a:r>
          </a:p>
          <a:p>
            <a:pPr>
              <a:spcAft>
                <a:spcPts val="1200"/>
              </a:spcAft>
              <a:defRPr sz="1800"/>
            </a:pPr>
            <a:r>
              <a:t>• High costs for enterprise storage</a:t>
            </a:r>
          </a:p>
          <a:p>
            <a:pPr>
              <a:spcAft>
                <a:spcPts val="1200"/>
              </a:spcAft>
              <a:defRPr sz="1800"/>
            </a:pPr>
            <a:r>
              <a:t>• Complex user interfaces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CloudSync Pro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Unified storage platform with AI organization</a:t>
            </a:r>
          </a:p>
          <a:p>
            <a:pPr>
              <a:spcAft>
                <a:spcPts val="1200"/>
              </a:spcAft>
              <a:defRPr sz="1800"/>
            </a:pPr>
            <a:r>
              <a:t>• Military-grade end-to-end encryption</a:t>
            </a:r>
          </a:p>
          <a:p>
            <a:pPr>
              <a:spcAft>
                <a:spcPts val="1200"/>
              </a:spcAft>
              <a:defRPr sz="1800"/>
            </a:pPr>
            <a:r>
              <a:t>• 10x faster sync with edge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Real-time collaboration tools built-in</a:t>
            </a:r>
          </a:p>
          <a:p>
            <a:pPr>
              <a:spcAft>
                <a:spcPts val="1200"/>
              </a:spcAft>
              <a:defRPr sz="1800"/>
            </a:pPr>
            <a:r>
              <a:t>• 60% cost reduction vs. competitors</a:t>
            </a:r>
          </a:p>
          <a:p>
            <a:pPr>
              <a:spcAft>
                <a:spcPts val="1200"/>
              </a:spcAft>
              <a:defRPr sz="1800"/>
            </a:pPr>
            <a:r>
              <a:t>• Intuitive, award-winning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C4899"/>
                </a:solidFill>
              </a:defRPr>
            </a:pPr>
            <a:r>
              <a:t>Revolutionary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Lightning 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10x faster sync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Ultra Secure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9164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Military-grade encryption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AI-Powered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69164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Smart file organization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Cost Effective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37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60% savings guaranteed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0175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Global CDN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337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Access from anywhere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0175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Team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37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Built for collaboration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4899"/>
                </a:solidFill>
              </a:defRPr>
            </a:pPr>
            <a:r>
              <a:t>Market Opportunity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0584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Simple, Transparent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Starter: $9/month - 100GB, 3 users</a:t>
            </a:r>
          </a:p>
          <a:p>
            <a:pPr>
              <a:spcAft>
                <a:spcPts val="1200"/>
              </a:spcAft>
              <a:defRPr sz="1800"/>
            </a:pPr>
            <a:r>
              <a:t>• Professional: $29/month - 1TB, 10 users</a:t>
            </a:r>
          </a:p>
          <a:p>
            <a:pPr>
              <a:spcAft>
                <a:spcPts val="1200"/>
              </a:spcAft>
              <a:defRPr sz="1800"/>
            </a:pPr>
            <a:r>
              <a:t>• Business: $99/month - 10TB, unlimited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Enterprise: Custom - Unlimited everything</a:t>
            </a:r>
          </a:p>
          <a:p>
            <a:pPr>
              <a:spcAft>
                <a:spcPts val="1200"/>
              </a:spcAft>
              <a:defRPr sz="1800"/>
            </a:pPr>
            <a:r>
              <a:t>• All plans include: 24/7 support, 99.9% uptime SLA</a:t>
            </a:r>
          </a:p>
          <a:p>
            <a:pPr>
              <a:spcAft>
                <a:spcPts val="1200"/>
              </a:spcAft>
              <a:defRPr sz="1800"/>
            </a:pPr>
            <a:r>
              <a:t>• 30-day money-back guarantee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Start Your Free Trial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www.cloudsyncpro.com/trial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