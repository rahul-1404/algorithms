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Q4 2024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Strategic Performance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Revenue exceeded targets by 23%, reaching $245M</a:t>
            </a:r>
          </a:p>
          <a:p>
            <a:pPr>
              <a:spcAft>
                <a:spcPts val="1200"/>
              </a:spcAft>
              <a:defRPr sz="1800"/>
            </a:pPr>
            <a:r>
              <a:t>• Customer acquisition increased 35% year-over-year</a:t>
            </a:r>
          </a:p>
          <a:p>
            <a:pPr>
              <a:spcAft>
                <a:spcPts val="1200"/>
              </a:spcAft>
              <a:defRPr sz="1800"/>
            </a:pPr>
            <a:r>
              <a:t>• Launched 4 new product lines successfully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Expanded into 3 new international markets</a:t>
            </a:r>
          </a:p>
          <a:p>
            <a:pPr>
              <a:spcAft>
                <a:spcPts val="1200"/>
              </a:spcAft>
              <a:defRPr sz="1800"/>
            </a:pPr>
            <a:r>
              <a:t>• Employee satisfaction rating improved to 4.7/5</a:t>
            </a:r>
          </a:p>
          <a:p>
            <a:pPr>
              <a:spcAft>
                <a:spcPts val="1200"/>
              </a:spcAft>
              <a:defRPr sz="1800"/>
            </a:pPr>
            <a:r>
              <a:t>• Operating margin improved to 28%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Quarterly Revenue Performance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Customer Acquisition Trends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Major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Product Innovation: Launched AI-powered analytics platform</a:t>
            </a:r>
          </a:p>
          <a:p>
            <a:pPr>
              <a:spcAft>
                <a:spcPts val="1200"/>
              </a:spcAft>
              <a:defRPr sz="1800"/>
            </a:pPr>
            <a:r>
              <a:t>• Market Expansion: Entered APAC and EMEA regions</a:t>
            </a:r>
          </a:p>
          <a:p>
            <a:pPr>
              <a:spcAft>
                <a:spcPts val="1200"/>
              </a:spcAft>
              <a:defRPr sz="1800"/>
            </a:pPr>
            <a:r>
              <a:t>• Partnership: Strategic alliance with Fortune 500 companies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Team Growth: Hired 150+ talented professionals</a:t>
            </a:r>
          </a:p>
          <a:p>
            <a:pPr>
              <a:spcAft>
                <a:spcPts val="1200"/>
              </a:spcAft>
              <a:defRPr sz="1800"/>
            </a:pPr>
            <a:r>
              <a:t>• Recognition: Named Industry Leader by Gartner</a:t>
            </a:r>
          </a:p>
          <a:p>
            <a:pPr>
              <a:spcAft>
                <a:spcPts val="1200"/>
              </a:spcAft>
              <a:defRPr sz="1800"/>
            </a:pPr>
            <a:r>
              <a:t>• Sustainability: Achieved carbon-neutral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2025 Strategic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Accelerate AI/ML product development</a:t>
            </a:r>
          </a:p>
          <a:p>
            <a:pPr>
              <a:spcAft>
                <a:spcPts val="1200"/>
              </a:spcAft>
              <a:defRPr sz="1800"/>
            </a:pPr>
            <a:r>
              <a:t>• Scale operations in new markets</a:t>
            </a:r>
          </a:p>
          <a:p>
            <a:pPr>
              <a:spcAft>
                <a:spcPts val="1200"/>
              </a:spcAft>
              <a:defRPr sz="1800"/>
            </a:pPr>
            <a:r>
              <a:t>• Enhance customer success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Invest in talent development</a:t>
            </a:r>
          </a:p>
          <a:p>
            <a:pPr>
              <a:spcAft>
                <a:spcPts val="1200"/>
              </a:spcAft>
              <a:defRPr sz="1800"/>
            </a:pPr>
            <a:r>
              <a:t>• Drive operational efficiency</a:t>
            </a:r>
          </a:p>
          <a:p>
            <a:pPr>
              <a:spcAft>
                <a:spcPts val="1200"/>
              </a:spcAft>
              <a:defRPr sz="1800"/>
            </a:pPr>
            <a:r>
              <a:t>• Strengthen competitive positioning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82880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"Excellence is not a destination; it is a continuous journey that never ends"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— Brian Tracy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