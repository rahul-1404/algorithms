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77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  <a:latin typeface="Arial"/>
              </a:rPr>
              <a:t>Transforming Ideas Into Visual Masterpieces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"/>
            <a:ext cx="7620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7112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Our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651000"/>
            <a:ext cx="3556000" cy="1270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576C"/>
                </a:solidFill>
                <a:latin typeface="Arial"/>
              </a:rPr>
              <a:t>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Arial"/>
              </a:rPr>
              <a:t>Creating memorable brands that stand out and connect with audiences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0" y="1651000"/>
            <a:ext cx="3556000" cy="1270000"/>
          </a:xfrm>
          <a:prstGeom prst="rect">
            <a:avLst/>
          </a:prstGeom>
          <a:solidFill>
            <a:srgbClr val="F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93FB"/>
                </a:solidFill>
                <a:latin typeface="Arial"/>
              </a:rPr>
              <a:t>Digital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Arial"/>
              </a:rPr>
              <a:t>Modern web and app interfaces that deliver exceptional user experiences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3302000"/>
            <a:ext cx="3556000" cy="1270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330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576C"/>
                </a:solidFill>
                <a:latin typeface="Arial"/>
              </a:rPr>
              <a:t>Motion 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0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Arial"/>
              </a:rPr>
              <a:t>Engaging animations and videos that bring stories to life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6000" y="3302000"/>
            <a:ext cx="3556000" cy="1270000"/>
          </a:xfrm>
          <a:prstGeom prst="rect">
            <a:avLst/>
          </a:prstGeom>
          <a:solidFill>
            <a:srgbClr val="F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000" y="330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93FB"/>
                </a:solidFill>
                <a:latin typeface="Arial"/>
              </a:rPr>
              <a:t>Photography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330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Arial"/>
              </a:rPr>
              <a:t>Professional photography that captures your brand's essence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576C"/>
                </a:solidFill>
                <a:latin typeface="Arial"/>
              </a:rPr>
              <a:t>Portfolio Highlights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97000"/>
            <a:ext cx="2476500" cy="15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39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Tech Startup</a:t>
            </a:r>
            <a:r>
              <a:t>
</a:t>
            </a:r>
            <a:r>
              <a:rPr sz="1800" b="1">
                <a:solidFill>
                  <a:srgbClr val="FFFFFF"/>
                </a:solidFill>
                <a:latin typeface="Arial"/>
              </a:rPr>
              <a:t>Branding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1397000"/>
            <a:ext cx="24765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19500" y="139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E-commerce</a:t>
            </a:r>
            <a:r>
              <a:t>
</a:t>
            </a:r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397000"/>
            <a:ext cx="2476500" cy="15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23000" y="139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Restaurant</a:t>
            </a:r>
            <a:r>
              <a:t>
</a:t>
            </a:r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11500"/>
            <a:ext cx="2476500" cy="15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6000" y="3111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Fashion</a:t>
            </a:r>
            <a:r>
              <a:t>
</a:t>
            </a:r>
            <a:r>
              <a:rPr sz="1800" b="1">
                <a:solidFill>
                  <a:srgbClr val="FFFFFF"/>
                </a:solidFill>
                <a:latin typeface="Arial"/>
              </a:rPr>
              <a:t>Campaign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3111500"/>
            <a:ext cx="2476500" cy="15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9500" y="3111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Mobile App</a:t>
            </a:r>
            <a:r>
              <a:t>
</a:t>
            </a:r>
            <a:r>
              <a:rPr sz="1800" b="1">
                <a:solidFill>
                  <a:srgbClr val="333333"/>
                </a:solidFill>
                <a:latin typeface="Arial"/>
              </a:rPr>
              <a:t>UI/UX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3111500"/>
            <a:ext cx="2476500" cy="152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23000" y="3111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Corporate</a:t>
            </a:r>
            <a:r>
              <a:t>
</a:t>
            </a:r>
            <a:r>
              <a:rPr sz="1800" b="1">
                <a:solidFill>
                  <a:srgbClr val="333333"/>
                </a:solidFill>
                <a:latin typeface="Arial"/>
              </a:rPr>
              <a:t>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576C"/>
                </a:solidFill>
                <a:latin typeface="Arial"/>
              </a:rPr>
              <a:t>Our Creative Process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635000" cy="63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Discovery &amp;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Understanding your brand, audience, and objectives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635000" cy="63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Concept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Creating multiple creative directions and mood boards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635000" cy="63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Design &amp;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Iterative design process with client feedback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635000" cy="63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Delivery &amp;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Final assets and ongoing brand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576C"/>
                </a:solidFill>
                <a:latin typeface="Arial"/>
              </a:rPr>
              <a:t>Client Success Stories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1000"/>
            <a:ext cx="1905000" cy="190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150+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Projects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1651000"/>
            <a:ext cx="190500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1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Client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Satisfaction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1651000"/>
            <a:ext cx="1905000" cy="190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0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Industry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Awards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937000"/>
            <a:ext cx="7620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393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Arial"/>
              </a:rPr>
              <a:t>"Creative Studio transformed our brand identity beyond our expectations. Their attention to detail and creative vision is unmatched."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576C"/>
                </a:solidFill>
                <a:latin typeface="Arial"/>
              </a:rPr>
              <a:t>Why Creative Studio?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93FB"/>
                </a:solidFill>
                <a:latin typeface="Arial"/>
              </a:rPr>
              <a:t>✦ Award-Winning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Industry-recognized designers with 10+ years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93FB"/>
                </a:solidFill>
                <a:latin typeface="Arial"/>
              </a:rPr>
              <a:t>✦ Strategic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Design backed by research and data-driven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93FB"/>
                </a:solidFill>
                <a:latin typeface="Arial"/>
              </a:rPr>
              <a:t>✦ Full-Service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From concept to delivery, all under one 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576C"/>
                </a:solidFill>
                <a:latin typeface="Arial"/>
              </a:rPr>
              <a:t>✦ Fast Turnaround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Quick delivery without compromising 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576C"/>
                </a:solidFill>
                <a:latin typeface="Arial"/>
              </a:rPr>
              <a:t>✦ Flexible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Transparent pricing tailored to your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576C"/>
                </a:solidFill>
                <a:latin typeface="Arial"/>
              </a:rPr>
              <a:t>✦ Ongoing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Continued partnership after project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rial"/>
              </a:rPr>
              <a:t>Let's Create</a:t>
            </a:r>
            <a:r>
              <a:t>
</a:t>
            </a:r>
            <a:r>
              <a:rPr sz="5800" b="1">
                <a:solidFill>
                  <a:srgbClr val="FFFFFF"/>
                </a:solidFill>
                <a:latin typeface="Arial"/>
              </a:rPr>
              <a:t>Something Amazing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556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Arial"/>
              </a:rPr>
              <a:t>📧 hello@creativestudio.com</a:t>
            </a:r>
            <a:r>
              <a:t>
</a:t>
            </a:r>
            <a:r>
              <a:rPr sz="2200">
                <a:solidFill>
                  <a:srgbClr val="FFFFFF"/>
                </a:solidFill>
                <a:latin typeface="Arial"/>
              </a:rPr>
              <a:t>📱 +1 (555) 123-4567</a:t>
            </a:r>
            <a:r>
              <a:t>
</a:t>
            </a:r>
            <a:r>
              <a:rPr sz="2200">
                <a:solidFill>
                  <a:srgbClr val="FFFFFF"/>
                </a:solidFill>
                <a:latin typeface="Arial"/>
              </a:rPr>
              <a:t>🌐 www.creativestudio.com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